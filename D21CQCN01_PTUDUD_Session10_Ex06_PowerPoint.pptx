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[01]  SMART-HOME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SMART-HOME: MINH BẠCH HÓA ĐẤU GIÁ NHÀ ĐẤT BẰNG CÔNG NGHỆ THỜI GIAN THỰC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PROPTECH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Nền tảng đấu giá bất động sản trực tuyến xác thực pháp lý số đầu tiên tại Việt Nam, tối ưu thanh khoản trong 72 giờ.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1/10 | Pitch Deck 20 phút gọi vốn Vòng Thiên thần (Angel Round)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[02]  VẤN ĐỀ THỊ TRƯỜNG (THE PROBLEM)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78% GIAO DỊCH NHÀ ĐẤT TRUYỀN THỐNG BỊ NHIỄU GIÁ VÀ TỒN ĐỌNG 6-9 THÁNG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78% NHIỄU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Thông tin thiếu minh bạch, tin đăng ảo tràn lan và quy trình trung gian thủ công gây lãng phí 2.4 tỷ USD phí giao dịch mỗi năm.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2/10 | Nỗi đau cốt lõi của người mua và chủ sở hữu bất động sản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[03]  GIẢI PHÁP ĐỘT PHÁ (THE SOLUTION)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NỀN TẢNG ĐẤU GIÁ TRỰC TUYẾN KHỚP LỆNH CHỈ TRONG 72 GIỜ VỚI GIÁ THỰC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72 GIỜ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Đưa cơ chế đấu giá công khai lên môi trường số kết hợp thẩm định pháp lý tự động, đảm bảo tài sản sạch và giá thị trường chuẩn xác.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3/10 | Cơ chế cốt lõi thay đổi cách thức mua bán nhà đất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[04]  DUNG LƯỢNG THỊ TRƯỜNG (MARKET 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THỊ TRƯỜNG MỤC TIÊU ĐẠT 12 TỶ USD VỚI TỐC ĐỘ TĂNG TRƯỞNG HÀNG NĂM 18.5%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$12 TỶ 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Tập trung trước mắt vào phân khúc căn hộ và nhà phố tại Hà Nội &amp; TP.HCM trước khi mở rộng ra các đô thị loại 1 toàn quốc.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4/10 | TAM: 45 Tỷ USD | SAM: 12 Tỷ USD | SOM: 450 Triệu USD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[05]  SẢN PHẨM &amp; CÔNG NGHỆ (PRODUCT)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HỆ THỐNG ĐẤU GIÁ REAL-TIME ENGINE VỚI ĐỘ TRỄ DƯỚI 50 MILIGIÂY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&lt; 50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Xây dựng trên nền tảng WebSockets &amp; Cloud Server chịu tải 50.000 người tham gia đồng thời, tích hợp hợp đồng thông minh chống gian lận.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5/10 | Công nghệ lõi đã hoàn thiện giai đoạn thử nghiệm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[06]  MÔ HÌNH KINH DOANH (BUSINESS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DÒNG TIỀN ĐA DẠNG TỪ PHÍ ĐẤU GIÁ VÀ HOA HỒNG MÔI GIỚI TỰ ĐỘNG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1.5% - 3.5%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Thu phí niêm yết tài sản xác thực, phí bảo lãnh đấu giá và trích xuất hoa hồng tự động từ giao dịch khớp lệnh thành công.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6/10 | Biên lợi nhuận gộp dự kiến đạt 65% từ năm thứ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[07]  SỨC HÚT ĐẦU TƯ (TRACTION)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ĐÃ KẾT NỐI HƠN 300 TÀI SẢN VÀ ĐẠT TỔNG GIÁ TRỊ GIAO DỊCH 25 TỶ VNĐ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25 TỶ GMV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Chỉ sau 3 tháng triển khai bản thử nghiệm kín, nền tảng thu hút 1.200 người dùng đăng ký định danh và 85 môi giới hợp tác.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7/10 | Tỷ lệ tăng trưởng người dùng hàng tuần đạt 24%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[08]  LỢI THẾ CẠNH TRANH (COMPETITIVE ADVANTAGE)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MINH BẠCH PHÁP LÝ SỐ VÀ TỐC ĐỘ THANH KHOẢN VƯỢT TRỘI SO VỚI ĐỐI THỦ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100% PHÁP LÝ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Không làm dịch vụ môi giới truyền thống; Smart-Home là sàn đấu giá công nghệ thuần túy bảo vệ quyền lợi tối đa cho cả người mua và người bán.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8/10 | Rào cản kỹ thuật và mạng lưới đối tác ngân hàng bảo lãnh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[09]  ĐỘI NGŨ SÁNG LẬP (CORE TEAM)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SỰ KẾT HỢP GIỮA CÔNG NGHỆ THÔNG TIN PTIT VÀ CHUYÊN GIA BẤT ĐỘNG SẢN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FOUNDERS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Đội ngũ sáng lập có năng lực chuyên sâu về Kiến trúc Hệ thống, AI và hơn 7 năm kinh nghiệm điều hành kinh doanh bất động sản.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9/10 | Năng lực thực thi cam kết đưa sản phẩm ra quy mô lớn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300">
                <a:solidFill>
                  <a:srgbClr val="F97316"/>
                </a:solidFill>
                <a:latin typeface="Arial"/>
              </a:defRPr>
            </a:pPr>
            <a:r>
              <a:t>[10]  KÊU GỌI ĐẦU TƯ (THE 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100">
                <a:solidFill>
                  <a:srgbClr val="FFFFFF"/>
                </a:solidFill>
                <a:latin typeface="Arial"/>
              </a:defRPr>
            </a:pPr>
            <a:r>
              <a:t>KÊU GỌI 300.000 USD CHO 15% CỔ PHẦN ĐỂ MỞ RỘNG THỊ PHẦN TOÀN QUỐC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34747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0"/>
          <a:lstStyle/>
          <a:p>
            <a:pPr algn="ctr">
              <a:defRPr b="1" sz="3000">
                <a:solidFill>
                  <a:srgbClr val="F97316"/>
                </a:solidFill>
              </a:defRPr>
            </a:pPr>
            <a:r>
              <a:t>$300,000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29184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Ngân sách tập trung: 50% Phát triển sản phẩm &amp; An ninh bảo mật, 30% Marketing &amp; Tiếp cận mạng lưới môi giới, 20% Chi phí pháp lý.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Slide 10/10 | Cơ hội đồng hành cùng dự án PropTech bứt phá 2026 - 2028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